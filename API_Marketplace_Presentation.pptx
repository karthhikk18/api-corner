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8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828800"/>
            <a:ext cx="91440" cy="3200400"/>
          </a:xfrm>
          <a:prstGeom prst="rect">
            <a:avLst/>
          </a:prstGeom>
          <a:solidFill>
            <a:srgbClr val="00F3FF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1828800"/>
            <a:ext cx="100584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F3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API CORNER
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Unified Open-Source API Marketplace &amp; Gateway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Presented by Pedavegi Karthikeya
</a:t>
            </a:r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B.Tech CSE (AI) | github.com/Karthhikk18</a:t>
            </a:r>
            <a:endParaRPr lang="en-US" sz="6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8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5720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F3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1143000"/>
            <a:ext cx="1828800" cy="36576"/>
          </a:xfrm>
          <a:prstGeom prst="rect">
            <a:avLst/>
          </a:prstGeom>
          <a:solidFill>
            <a:srgbClr val="00F3FF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645920"/>
            <a:ext cx="4937760" cy="2103120"/>
          </a:xfrm>
          <a:prstGeom prst="roundRect">
            <a:avLst/>
          </a:prstGeom>
          <a:solidFill>
            <a:srgbClr val="121212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182880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3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 / Fragmentation of Tools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43000" y="228600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Developers waste hours searching, subscribing, and evaluating API tools across multiple scattered providers.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36792" y="1645920"/>
            <a:ext cx="4937760" cy="2103120"/>
          </a:xfrm>
          <a:prstGeom prst="roundRect">
            <a:avLst/>
          </a:prstGeom>
          <a:solidFill>
            <a:srgbClr val="121212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65392" y="182880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3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 / Integration Hurdles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65392" y="228600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Testing endpoints is restricted by paid subscription tiers, forced registrations, or complex client SDK setup scripts.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" y="4114800"/>
            <a:ext cx="4937760" cy="2103120"/>
          </a:xfrm>
          <a:prstGeom prst="roundRect">
            <a:avLst/>
          </a:prstGeom>
          <a:solidFill>
            <a:srgbClr val="121212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43000" y="429768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3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 / Lack of Real-Time Sandbox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43000" y="475488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immediate feedback loop to inspect response schemas directly in the browser, forcing developers to code custom test environments.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36792" y="4114800"/>
            <a:ext cx="4937760" cy="2103120"/>
          </a:xfrm>
          <a:prstGeom prst="roundRect">
            <a:avLst/>
          </a:prstGeom>
          <a:solidFill>
            <a:srgbClr val="121212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65392" y="429768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3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04 / Gateway Engineering Complexity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565392" y="475488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Designing secure system gateways that safely manage authorization keys, handle rate limits, and record analytics calls is difficult.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8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5720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F3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Solution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1143000"/>
            <a:ext cx="1828800" cy="36576"/>
          </a:xfrm>
          <a:prstGeom prst="rect">
            <a:avLst/>
          </a:prstGeom>
          <a:solidFill>
            <a:srgbClr val="00F3FF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645920"/>
            <a:ext cx="4937760" cy="2103120"/>
          </a:xfrm>
          <a:prstGeom prst="roundRect">
            <a:avLst/>
          </a:prstGeom>
          <a:solidFill>
            <a:srgbClr val="121212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182880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3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 / Centralized API Directory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43000" y="228600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structured, premium catalog exposing diverse APIs from machine learning performance analyzers to blockchain wallets.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36792" y="1645920"/>
            <a:ext cx="4937760" cy="2103120"/>
          </a:xfrm>
          <a:prstGeom prst="roundRect">
            <a:avLst/>
          </a:prstGeom>
          <a:solidFill>
            <a:srgbClr val="121212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65392" y="182880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3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 / Terminal-Style Sandbox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65392" y="228600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Inspect active API payloads in real-time. Features copy-to-clipboard blocks and instantly formatted JSON schemas.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" y="4114800"/>
            <a:ext cx="4937760" cy="2103120"/>
          </a:xfrm>
          <a:prstGeom prst="roundRect">
            <a:avLst/>
          </a:prstGeom>
          <a:solidFill>
            <a:srgbClr val="121212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43000" y="429768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3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 / Integrated API Gateway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43000" y="475488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Under-the-hood controller handling unified request headers, route mapping, and network optimization.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36792" y="4114800"/>
            <a:ext cx="4937760" cy="2103120"/>
          </a:xfrm>
          <a:prstGeom prst="roundRect">
            <a:avLst/>
          </a:prstGeom>
          <a:solidFill>
            <a:srgbClr val="121212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65392" y="429768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3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04 / Consumer Analytics Dashboard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565392" y="475488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private workspace showing generated keys, data usage limits, latencies, and transaction logs.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8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5720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F3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Why API Corner?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1143000"/>
            <a:ext cx="1828800" cy="36576"/>
          </a:xfrm>
          <a:prstGeom prst="rect">
            <a:avLst/>
          </a:prstGeom>
          <a:solidFill>
            <a:srgbClr val="00F3FF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645920"/>
            <a:ext cx="4937760" cy="2103120"/>
          </a:xfrm>
          <a:prstGeom prst="roundRect">
            <a:avLst/>
          </a:prstGeom>
          <a:solidFill>
            <a:srgbClr val="121212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182880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3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Modern Aesthetics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43000" y="228600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Engineered using clean glassmorphism patterns, micro-animations, and a highly polished grayscale &amp; neon blue styling.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36792" y="1645920"/>
            <a:ext cx="4937760" cy="2103120"/>
          </a:xfrm>
          <a:prstGeom prst="roundRect">
            <a:avLst/>
          </a:prstGeom>
          <a:solidFill>
            <a:srgbClr val="121212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65392" y="182880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3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Portfolio Integration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65392" y="228600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Directly integrates Karthikeya's flagship 'AI Study Buddy' academic assistant and 'AI ROI Performance Analyzer' into the live sandbox.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" y="4114800"/>
            <a:ext cx="4937760" cy="2103120"/>
          </a:xfrm>
          <a:prstGeom prst="roundRect">
            <a:avLst/>
          </a:prstGeom>
          <a:solidFill>
            <a:srgbClr val="121212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43000" y="429768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3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Production Guardrails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43000" y="475488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Includes secure client token generation, cryptographic authorization headers, and simulated delay limits to defend services.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36792" y="4114800"/>
            <a:ext cx="4937760" cy="2103120"/>
          </a:xfrm>
          <a:prstGeom prst="roundRect">
            <a:avLst/>
          </a:prstGeom>
          <a:solidFill>
            <a:srgbClr val="121212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65392" y="429768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3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Developer Velocity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565392" y="475488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Instant registration with zero friction, offering social git profiles to start query testing under one minute.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8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5720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F3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Flagship Integration: AI Study Buddy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1143000"/>
            <a:ext cx="1828800" cy="36576"/>
          </a:xfrm>
          <a:prstGeom prst="rect">
            <a:avLst/>
          </a:prstGeom>
          <a:solidFill>
            <a:srgbClr val="00F3FF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645920"/>
            <a:ext cx="4937760" cy="4572000"/>
          </a:xfrm>
          <a:prstGeom prst="roundRect">
            <a:avLst/>
          </a:prstGeom>
          <a:solidFill>
            <a:srgbClr val="121212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182880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3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Smart Academic Sidekick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43000" y="2286000"/>
            <a:ext cx="448056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Personalised Roadmaps: Generates daily/weekly study targets and career strategy by branch and goals.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3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Concept Explainer: Translates complex programming/OS topics into beginner-friendly analogies and code blocks.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3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Placement Assistant: Dynamic quiz generator, ATS resume review, and tailored mock interviews.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3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Gamified Tracker: Tracks study hours and streaks using RPG style experience points (XP) and level metrics.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36792" y="1645920"/>
            <a:ext cx="4937760" cy="4572000"/>
          </a:xfrm>
          <a:prstGeom prst="roundRect">
            <a:avLst/>
          </a:prstGeom>
          <a:solidFill>
            <a:srgbClr val="121212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65392" y="182880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3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Developer API Ecosystem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65392" y="2286000"/>
            <a:ext cx="448056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Developer Ready: Exposes 7 production-grade REST endpoints including roadmap, explain, and review.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3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Live Playground: Test endpoints inside the terminal simulator and inspect formatted JSON outputs.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3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SaaS Monetization: Clean developer architecture built to restrict tokens, log usage, and charge subscriptions.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8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5720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F3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Technical Architecture &amp; Stack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1143000"/>
            <a:ext cx="1828800" cy="36576"/>
          </a:xfrm>
          <a:prstGeom prst="rect">
            <a:avLst/>
          </a:prstGeom>
          <a:solidFill>
            <a:srgbClr val="00F3FF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645920"/>
            <a:ext cx="4937760" cy="4572000"/>
          </a:xfrm>
          <a:prstGeom prst="roundRect">
            <a:avLst/>
          </a:prstGeom>
          <a:solidFill>
            <a:srgbClr val="121212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182880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3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Frontend Presentation Layer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43000" y="2286000"/>
            <a:ext cx="448056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React.js (Vite): Modular SPA layout ensuring instant client loading and transitions.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3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Vanilla CSS System: Elegant grayscale aesthetics with custom glassmorphism and glowing neon accents.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3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State Router: Secure route protection for dashboards and auth.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3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Lucide &amp; Framer Motion: Polished vectors and responsive micro-animations.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36792" y="1645920"/>
            <a:ext cx="4937760" cy="4572000"/>
          </a:xfrm>
          <a:prstGeom prst="roundRect">
            <a:avLst/>
          </a:prstGeom>
          <a:solidFill>
            <a:srgbClr val="121212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65392" y="182880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3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Backend Microservices Layer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65392" y="2286000"/>
            <a:ext cx="448056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Node.js &amp; Express: Consolidated server router serving client pages and routes.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3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Mock AI Services: Robust handlers returning customized responses for roadmaps, reviews, and quizzes.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3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Database Schema: Designed with MongoDB schema patterns for future user-data persistence.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3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Git &amp; GitHub: Maintained clean branch integrations for codebase safety.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08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5720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F3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Future Roadmap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1143000"/>
            <a:ext cx="1828800" cy="36576"/>
          </a:xfrm>
          <a:prstGeom prst="rect">
            <a:avLst/>
          </a:prstGeom>
          <a:solidFill>
            <a:srgbClr val="00F3FF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645920"/>
            <a:ext cx="3200400" cy="4572000"/>
          </a:xfrm>
          <a:prstGeom prst="roundRect">
            <a:avLst/>
          </a:prstGeom>
          <a:solidFill>
            <a:srgbClr val="121212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18288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3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Phase 1: Performance Core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43000" y="2286000"/>
            <a:ext cx="27432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FastAPI Migration: Port proxy routers to asynchronous Python workers.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3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Redis Cache: Cache frequent roadmap queries for sub-millisecond responses.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489704" y="1645920"/>
            <a:ext cx="3200400" cy="4572000"/>
          </a:xfrm>
          <a:prstGeom prst="roundRect">
            <a:avLst/>
          </a:prstGeom>
          <a:solidFill>
            <a:srgbClr val="121212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18304" y="18288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3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Phase 2: Secure Platform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718304" y="2286000"/>
            <a:ext cx="27432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MongoDB Storage: Integrate database rows to store actual student profiles, streaks, and codes.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3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Real-Time Rooms: Implement Socket.io study rooms and collaborative boards.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65008" y="1645920"/>
            <a:ext cx="3200400" cy="4572000"/>
          </a:xfrm>
          <a:prstGeom prst="roundRect">
            <a:avLst/>
          </a:prstGeom>
          <a:solidFill>
            <a:srgbClr val="121212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93608" y="18288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3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Phase 3: Advanced AI features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93608" y="2286000"/>
            <a:ext cx="27432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AI Voice Tutor: Deploy WebRTC connections to talk with the AI mentor.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3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Visual Learning: Generate auto-mindmaps and flowcharts directly inside explanations.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2026-05-22T02:35:44Z</dcterms:created>
  <dcterms:modified xsi:type="dcterms:W3CDTF">2026-05-22T02:35:44Z</dcterms:modified>
</cp:coreProperties>
</file>