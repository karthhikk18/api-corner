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60152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API CORNER
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Scalable, Unified API Marketplace &amp; Gateway Platform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Presented by Pedavegi Karthikeya
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B.Tech CSE (AI) | Parul University | github.com/Karthhikk18</a:t>
            </a:r>
            <a:endParaRPr lang="en-US" sz="6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Fragmentation of Tools: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Developers waste valuable time searching and evaluating APIs scattered across dozens of individual portals.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Integration Bottlenecks: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prototyping is hindered by required logins, API key subscriptions, or complex setup scripts.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No Sandbox Environment: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response structures typically forces developers to write dummy backend queries rather than running quick sandbox requests.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Complex Gateway Deployments: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Designing systems that safely route requests, implement rate limiters, and track client API keys is a heavy engineering lift.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Solution: API Corner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Unified API Directory: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single, highly organized interface for exploring utility, AI, and development APIs.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Zero-Config Playground: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and inspect JSON payloads live in the browser using an interactive, terminal-style playground environment.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Robust API Gateway Model: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Behind-the-scenes microservices setup that handles secure request routing, network optimization, and uniform headers.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Live Developer Dashboard: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Gives consumers instant access to their client keys, usage metrics, data traffic records, and latency logs.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Why API Corner?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Cutting-Edge Visual Aesthetics: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with a state-of-the-art glassmorphism design system, smooth fade-in animations, and a monochrome/neon-cyan color scheme.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Direct Resume Link: AI ROI Performance Analyzer: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Seamless integration with Karthikeya's core AI analytics project, exposing machine learning prediction endpoints directly to consumers.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Built for Production Scale: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Leverages standard API protection techniques (Rate-Limiting, API key authentication) to prevent DDoS attacks and server overloads.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Streamlined Onboarding: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Offers fast social login workflows (GitHub &amp; Email) enabling developers to deploy applications in under 60 seconds.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Technical Architecture &amp; Tech Stack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45720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FRONTEND PRESENTATION LAYER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React.js (Vite):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 rendering speed and component modularity.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Vanilla CSS System: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Handles keyframe glows, dark mode variables, and backdrop filters.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React Router &amp; State: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Controls auth flags and routes between Dashboard, Auth, and Marketplace.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Lucide Vector Styling: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Responsive icon integration with dynamic color mappings.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0" y="1645920"/>
            <a:ext cx="487375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BACKEND MICROSERVICES LAYER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Python &amp; REST APIs: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routes built for analytics models and service orchestration.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Docker Containers: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Encapsulates services to guarantee consistency across environments.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Unified API Gateway: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Manages central traffic routing, load-balancing, and response formats.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Git &amp; Version Control: </a:t>
            </a:r>
            <a:pPr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Enables robust collaborative version workflows and branch protection.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F3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Future Scope: Next-Gen Integrations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Migration to Asynchronous FastAPI: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 simulated API gateways into high-performance Python FastAPI worker threads to support high concurrency.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Redis Distributed Cache &amp; Limiter: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mock rate limiters into a distributed Redis token-bucket system for reliable server protection.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Active OAuth &amp; PostgreSQL DB: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Replacing mock auth actions with production OAuth2 (GitHub/Google) and syncing stats with a secure PostgreSQL database.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Interactive Data Charts: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Integrating charting tools (like Recharts) on the user Dashboard to display live API requests, latencies, and server load.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Auto-Generated Client SDKs: </a:t>
            </a:r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Providing one-click, custom-compiled client SDK download options in multiple languages (Python, Go, Node.js).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2026-05-20T19:10:12Z</dcterms:created>
  <dcterms:modified xsi:type="dcterms:W3CDTF">2026-05-20T19:10:12Z</dcterms:modified>
</cp:coreProperties>
</file>