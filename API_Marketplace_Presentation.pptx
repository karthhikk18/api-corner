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828800"/>
            <a:ext cx="91440" cy="3200400"/>
          </a:xfrm>
          <a:prstGeom prst="rect">
            <a:avLst/>
          </a:prstGeom>
          <a:solidFill>
            <a:srgbClr val="00F3FF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1828800"/>
            <a:ext cx="10058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F3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API CORNER
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Unified Open-Source API Marketplace &amp; Gateway
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 Pedavegi Karthikeya
</a:t>
            </a:r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B.Tech CSE (AI) | github.com/Karthhikk18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3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143000"/>
            <a:ext cx="1828800" cy="36576"/>
          </a:xfrm>
          <a:prstGeom prst="rect">
            <a:avLst/>
          </a:prstGeom>
          <a:solidFill>
            <a:srgbClr val="00F3F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645920"/>
            <a:ext cx="4937760" cy="2103120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828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3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 / Fragmentation of Tools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228600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Developers waste hours searching, subscribing, and evaluating API tools across multiple scattered providers.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36792" y="1645920"/>
            <a:ext cx="4937760" cy="2103120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5392" y="1828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3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 / Integration Hurdles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65392" y="228600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 endpoints is restricted by paid subscription tiers, forced registrations, or complex client SDK setup scripts.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4114800"/>
            <a:ext cx="4937760" cy="2103120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42976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3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 / Lack of Real-Time Sandbox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475488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immediate feedback loop to inspect response schemas directly in the browser, forcing developers to code custom test environments.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36792" y="4114800"/>
            <a:ext cx="4937760" cy="2103120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5392" y="42976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3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04 / Gateway Engineering Complexity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65392" y="475488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Designing secure system gateways that safely manage authorization keys, handle rate limits, and record analytics calls is difficult.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3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143000"/>
            <a:ext cx="1828800" cy="36576"/>
          </a:xfrm>
          <a:prstGeom prst="rect">
            <a:avLst/>
          </a:prstGeom>
          <a:solidFill>
            <a:srgbClr val="00F3F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645920"/>
            <a:ext cx="4937760" cy="2103120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828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3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 / Centralized API Directory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228600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structured, premium catalog exposing diverse APIs from machine learning performance analyzers to blockchain wallets.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36792" y="1645920"/>
            <a:ext cx="4937760" cy="2103120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5392" y="1828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3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 / Terminal-Style Sandbox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65392" y="228600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 active API payloads in real-time. Features copy-to-clipboard blocks and instantly formatted JSON schemas.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4114800"/>
            <a:ext cx="4937760" cy="2103120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42976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3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 / Integrated API Gateway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475488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Under-the-hood controller handling unified request headers, route mapping, and network optimization.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36792" y="4114800"/>
            <a:ext cx="4937760" cy="2103120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5392" y="42976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3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04 / Consumer Analytics Dashboard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65392" y="475488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private workspace showing generated keys, data usage limits, latencies, and transaction logs.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3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Why API Corner?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143000"/>
            <a:ext cx="1828800" cy="36576"/>
          </a:xfrm>
          <a:prstGeom prst="rect">
            <a:avLst/>
          </a:prstGeom>
          <a:solidFill>
            <a:srgbClr val="00F3F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645920"/>
            <a:ext cx="4937760" cy="2103120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828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3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Modern Aesthetics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228600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Engineered using clean glassmorphism patterns, micro-animations, and a highly polished grayscale &amp; neon blue styling.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36792" y="1645920"/>
            <a:ext cx="4937760" cy="2103120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5392" y="1828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3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Portfolio Integration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65392" y="228600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Directly aggregates Karthikeya's 'AI ROI Performance Analyzer' to run predictive insight queries in real time.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4114800"/>
            <a:ext cx="4937760" cy="2103120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42976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3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Production Guardrails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475488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Includes secure client token generation, cryptographic authorization headers, and simulated delay limits to defend services.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36792" y="4114800"/>
            <a:ext cx="4937760" cy="2103120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5392" y="42976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3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Developer Velocity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65392" y="475488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 registration with zero friction, offering social git profiles to start query testing under one minute.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3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Technical Architecture &amp;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143000"/>
            <a:ext cx="1828800" cy="36576"/>
          </a:xfrm>
          <a:prstGeom prst="rect">
            <a:avLst/>
          </a:prstGeom>
          <a:solidFill>
            <a:srgbClr val="00F3F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645920"/>
            <a:ext cx="4937760" cy="4572000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828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3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Frontend Presentation Layer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2286000"/>
            <a:ext cx="44805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React.js (Vite): Modular UI structure ensuring fast single-page app loading.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Vanilla CSS System: Flexible styling representing glows, card borders, and dark mode layouts.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State Router: Seamless navigation across Dashboard, Auth dashboard, and API detailed logs.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Lucide Icons: Glowing cyan vector representations.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36792" y="1645920"/>
            <a:ext cx="4937760" cy="4572000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5392" y="1828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3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Backend Microservices Layer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65392" y="2286000"/>
            <a:ext cx="44805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Python &amp; Node.js: High efficiency controllers and modular API servers.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Docker Containment: Standardized local/cloud staging environments.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Gateway Routing: Intermediary proxy handling CORS limits, headers, and request tracking.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Git &amp; GitHub: Maintained clean branch integrations for codebase safety.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3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Future 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143000"/>
            <a:ext cx="1828800" cy="36576"/>
          </a:xfrm>
          <a:prstGeom prst="rect">
            <a:avLst/>
          </a:prstGeom>
          <a:solidFill>
            <a:srgbClr val="00F3F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645920"/>
            <a:ext cx="3200400" cy="4572000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3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Phase 1: Performance Core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2286000"/>
            <a:ext cx="27432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FastAPI Migration: Port Mock backend controllers into async Python threads for high throughput.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Redis Cache: Introduce Redis cache mechanisms to manage rate limits and cache persistent payloads.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89704" y="1645920"/>
            <a:ext cx="3200400" cy="4572000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18304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3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Phase 2: Secure Platform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18304" y="2286000"/>
            <a:ext cx="27432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Production Auth: Build OAuth 2.0 (GitHub/Google) authentication flows.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Database Sync: Deploy a secure PostgreSQL database to store and manage actual consumer metric rows.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65008" y="1645920"/>
            <a:ext cx="3200400" cy="4572000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93608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3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Phase 3: Developer Utility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93608" y="2286000"/>
            <a:ext cx="27432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Analytics Charts: Integrate UI charting (Recharts) inside the dashboard for requests/latency.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SDK Generation: Export client library SDK packages (Python/JS/Go) for sandbox integrations.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2026-05-20T19:18:55Z</dcterms:created>
  <dcterms:modified xsi:type="dcterms:W3CDTF">2026-05-20T19:18:55Z</dcterms:modified>
</cp:coreProperties>
</file>